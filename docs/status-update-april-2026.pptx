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11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A3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01" y="1432024"/>
            <a:ext cx="7992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100" dirty="0">
                <a:solidFill>
                  <a:srgbClr val="5A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SDMX TECHNICAL WORKING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3001" y="1762125"/>
            <a:ext cx="7992820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spcAft>
                <a:spcPts val="1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SDMX–DPM Interoperability</a:t>
            </a:r>
            <a:endParaRPr lang="en-US" sz="2800" dirty="0"/>
          </a:p>
          <a:p>
            <a:pPr marL="0" indent="0" algn="l">
              <a:lnSpc>
                <a:spcPts val="3500"/>
              </a:lnSpc>
              <a:spcAft>
                <a:spcPts val="1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Package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3001" y="2879527"/>
            <a:ext cx="7992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800"/>
              </a:spcAft>
              <a:buNone/>
            </a:pPr>
            <a:r>
              <a:rPr lang="en-US" sz="19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 — April 2026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73001" y="3511302"/>
            <a:ext cx="7992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B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Lead: Antonio Olleros (TWG)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84100"/>
            <a:ext cx="31573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Plan — Status vs. Plan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Q1 2026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E066"/>
                          </a:solidFill>
                        </a:rPr>
                        <a:t>Q2 2026  ★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Q3 2026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</a:rPr>
                        <a:t>1 – Consolidation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</a:rPr>
                        <a:t>2 – Business Case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Review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</a:rPr>
                        <a:t>3 – Model Relationships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Ongoing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</a:rPr>
                        <a:t>4 – Transformation Guidance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Started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On schedule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</a:rPr>
                        <a:t>5 – Website Publication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</a:rPr>
                        <a:t>Planned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On schedule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E2A3A"/>
                </a:solidFill>
              </a:rPr>
              <a:t>★ = Current quarter (Q2 2026, April 2026)   |   Source: Concept Note, September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84100"/>
            <a:ext cx="4198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— Status and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251400" y="787301"/>
            <a:ext cx="0" cy="4229249"/>
          </a:xfrm>
          <a:prstGeom prst="line">
            <a:avLst/>
          </a:prstGeom>
          <a:noFill/>
          <a:ln w="38100">
            <a:solidFill>
              <a:srgbClr val="00A3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22850" y="787301"/>
            <a:ext cx="36012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2850" y="1015901"/>
            <a:ext cx="3530650" cy="104670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rules documented for all major artefact types: glossary, data definition, tables/headers, and gaps</a:t>
            </a:r>
            <a:endParaRPr lang="en-US" sz="1000" dirty="0"/>
          </a:p>
          <a:p>
            <a:pPr marL="88900" indent="-88900" algn="l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draft complete: stakeholder value, use cases, scope and risks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22850" y="2240310"/>
            <a:ext cx="36012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22850" y="2468910"/>
            <a:ext cx="3530650" cy="199858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model docs:</a:t>
            </a:r>
          </a:p>
          <a:p>
            <a:pPr marL="546100" lvl="1" indent="-88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&amp; extensibility</a:t>
            </a:r>
          </a:p>
          <a:p>
            <a:pPr marL="546100" lvl="1" indent="-88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sections</a:t>
            </a:r>
            <a:endParaRPr lang="en-US" sz="1000" dirty="0"/>
          </a:p>
          <a:p>
            <a:pPr marL="88900" indent="-88900" algn="l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data instances (SDMX-CSV ↔ XBRL-CSV)</a:t>
            </a:r>
            <a:endParaRPr lang="en-US" sz="1000" dirty="0"/>
          </a:p>
          <a:p>
            <a:pPr marL="88900" indent="-88900" algn="l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guidance</a:t>
            </a:r>
          </a:p>
          <a:p>
            <a:pPr marL="546100" lvl="1" indent="-88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cs typeface="Arial" pitchFamily="34" charset="-120"/>
              </a:rPr>
              <a:t>Add scripts?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0500" y="787301"/>
          <a:ext cx="4851350" cy="2743200"/>
        </p:xfrm>
        <a:graphic>
          <a:graphicData uri="http://schemas.openxmlformats.org/drawingml/2006/table">
            <a:tbl>
              <a:tblPr/>
              <a:tblGrid>
                <a:gridCol w="252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</a:rPr>
                        <a:t>Business case document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Draft complete – under review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</a:rPr>
                        <a:t>Model relationship documentation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 progress – well advanced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</a:rPr>
                        <a:t>Transformation guidance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Started – DPM→SDMX repo in place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</a:rPr>
                        <a:t>Web-ready content / publication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Planned Q2–Q3 2026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215</Words>
  <Application>Microsoft Office PowerPoint</Application>
  <PresentationFormat>On-screen Show (16:9)</PresentationFormat>
  <Paragraphs>67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SDMX-DPM Interoperability WP – Status Update April 2026</dc:title>
  <dc:subject>PptxGenJS Presentation</dc:subject>
  <dc:creator>PptxGenJS</dc:creator>
  <cp:lastModifiedBy>antonio.olleros</cp:lastModifiedBy>
  <cp:revision>3</cp:revision>
  <dcterms:created xsi:type="dcterms:W3CDTF">2026-04-17T14:15:25Z</dcterms:created>
  <dcterms:modified xsi:type="dcterms:W3CDTF">2026-04-20T09:57:33Z</dcterms:modified>
</cp:coreProperties>
</file>